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-1848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AI‑Powered Resume Screening &amp; Candidate Ranking Platform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Accelerating Talent Evaluation with Intelligent Automation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Presented </a:t>
            </a:r>
            <a:r>
              <a:rPr lang="en-US" b="1" dirty="0">
                <a:solidFill>
                  <a:schemeClr val="tx1"/>
                </a:solidFill>
              </a:rPr>
              <a:t>by:</a:t>
            </a:r>
            <a:r>
              <a:rPr lang="en-US" dirty="0">
                <a:solidFill>
                  <a:schemeClr val="tx1"/>
                </a:solidFill>
              </a:rPr>
              <a:t> CK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Location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Brisbane, Australia</a:t>
            </a:r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589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Traditional resume screening is slow, inconsistent, and resource‑intensive.</a:t>
            </a:r>
            <a:r>
              <a:rPr lang="en-US" dirty="0"/>
              <a:t> Recruiters face challenges such as:</a:t>
            </a:r>
          </a:p>
          <a:p>
            <a:r>
              <a:rPr lang="en-US" dirty="0"/>
              <a:t>High volume of applicants</a:t>
            </a:r>
          </a:p>
          <a:p>
            <a:r>
              <a:rPr lang="en-US" dirty="0"/>
              <a:t>Manual review taking hours per role</a:t>
            </a:r>
          </a:p>
          <a:p>
            <a:r>
              <a:rPr lang="en-US" dirty="0"/>
              <a:t>Inconsistent scoring between reviewers</a:t>
            </a:r>
          </a:p>
          <a:p>
            <a:r>
              <a:rPr lang="en-US" dirty="0"/>
              <a:t>Difficulty extracting structured insights from unstructured resumes</a:t>
            </a:r>
          </a:p>
          <a:p>
            <a:r>
              <a:rPr lang="en-US" dirty="0"/>
              <a:t>Limited visibility into candidate strengths and gaps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526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 end‑to‑end AI‑driven resume evaluation pipeline</a:t>
            </a:r>
            <a:r>
              <a:rPr lang="en-US" dirty="0"/>
              <a:t> that:</a:t>
            </a:r>
          </a:p>
          <a:p>
            <a:r>
              <a:rPr lang="en-US" dirty="0"/>
              <a:t>Extracts job criteria from any JD</a:t>
            </a:r>
          </a:p>
          <a:p>
            <a:r>
              <a:rPr lang="en-US" dirty="0"/>
              <a:t>Evaluates resumes against structured requirements</a:t>
            </a:r>
          </a:p>
          <a:p>
            <a:r>
              <a:rPr lang="en-US" dirty="0"/>
              <a:t>Scores candidates objectively</a:t>
            </a:r>
          </a:p>
          <a:p>
            <a:r>
              <a:rPr lang="en-US" dirty="0"/>
              <a:t>Ranks applicants based on fit</a:t>
            </a:r>
          </a:p>
          <a:p>
            <a:r>
              <a:rPr lang="en-US" dirty="0"/>
              <a:t>Provides transparent justification and insights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843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Screenshot 1</a:t>
            </a:r>
            <a:endParaRPr lang="en-AU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" y="1676400"/>
            <a:ext cx="8915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6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Screenshot 2</a:t>
            </a:r>
            <a:endParaRPr lang="en-AU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" y="1905000"/>
            <a:ext cx="899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75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High‑Level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b="1" dirty="0"/>
              <a:t>Two‑tier production architecture:</a:t>
            </a:r>
            <a:endParaRPr lang="en-AU" dirty="0"/>
          </a:p>
          <a:p>
            <a:r>
              <a:rPr lang="en-AU" b="1" dirty="0"/>
              <a:t>Frontend:</a:t>
            </a:r>
            <a:r>
              <a:rPr lang="en-AU" dirty="0"/>
              <a:t> </a:t>
            </a:r>
            <a:r>
              <a:rPr lang="en-AU" dirty="0" err="1"/>
              <a:t>Streamlit</a:t>
            </a:r>
            <a:r>
              <a:rPr lang="en-AU" dirty="0"/>
              <a:t> UI for uploading files and viewing results</a:t>
            </a:r>
          </a:p>
          <a:p>
            <a:r>
              <a:rPr lang="en-AU" b="1" dirty="0"/>
              <a:t>Backend:</a:t>
            </a:r>
            <a:r>
              <a:rPr lang="en-AU" dirty="0"/>
              <a:t> </a:t>
            </a:r>
            <a:r>
              <a:rPr lang="en-AU" dirty="0" err="1"/>
              <a:t>FastAPI</a:t>
            </a:r>
            <a:r>
              <a:rPr lang="en-AU" dirty="0"/>
              <a:t> service handling LLM processing, scoring, and ranking</a:t>
            </a:r>
          </a:p>
          <a:p>
            <a:r>
              <a:rPr lang="en-AU" b="1" dirty="0"/>
              <a:t>LLM Engine:</a:t>
            </a:r>
            <a:r>
              <a:rPr lang="en-AU" dirty="0"/>
              <a:t> </a:t>
            </a:r>
            <a:r>
              <a:rPr lang="en-AU" dirty="0" err="1"/>
              <a:t>Ollama</a:t>
            </a:r>
            <a:r>
              <a:rPr lang="en-AU" dirty="0"/>
              <a:t> running Llama 3.1 for local, secure inference</a:t>
            </a:r>
          </a:p>
          <a:p>
            <a:r>
              <a:rPr lang="en-AU" b="1" dirty="0"/>
              <a:t>Parallel Processing:</a:t>
            </a:r>
            <a:r>
              <a:rPr lang="en-AU" dirty="0"/>
              <a:t> Multi‑threaded evaluation for speed</a:t>
            </a:r>
          </a:p>
          <a:p>
            <a:r>
              <a:rPr lang="en-AU" b="1" dirty="0"/>
              <a:t>Containerized Deployment:</a:t>
            </a:r>
            <a:r>
              <a:rPr lang="en-AU" dirty="0"/>
              <a:t> Docker + </a:t>
            </a:r>
            <a:r>
              <a:rPr lang="en-AU" dirty="0" err="1"/>
              <a:t>GitHub</a:t>
            </a:r>
            <a:r>
              <a:rPr lang="en-AU" dirty="0"/>
              <a:t> Actions CI/CD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852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Automated JD parsing</a:t>
            </a:r>
          </a:p>
          <a:p>
            <a:r>
              <a:rPr lang="en-AU" dirty="0"/>
              <a:t>AI‑powered resume scoring</a:t>
            </a:r>
          </a:p>
          <a:p>
            <a:r>
              <a:rPr lang="en-AU" dirty="0"/>
              <a:t>Weighted criteria evaluation</a:t>
            </a:r>
          </a:p>
          <a:p>
            <a:r>
              <a:rPr lang="en-AU" dirty="0"/>
              <a:t>Transparent strengths &amp; weaknesses</a:t>
            </a:r>
          </a:p>
          <a:p>
            <a:r>
              <a:rPr lang="en-AU" dirty="0"/>
              <a:t>Candidate ranking dashboard</a:t>
            </a:r>
          </a:p>
          <a:p>
            <a:r>
              <a:rPr lang="en-AU" dirty="0"/>
              <a:t>Secure document handling</a:t>
            </a:r>
          </a:p>
          <a:p>
            <a:r>
              <a:rPr lang="en-AU" dirty="0"/>
              <a:t>Windows‑safe PDF/DOCX processing</a:t>
            </a:r>
          </a:p>
          <a:p>
            <a:r>
              <a:rPr lang="en-AU" dirty="0"/>
              <a:t>Fully containerized for </a:t>
            </a:r>
            <a:r>
              <a:rPr lang="en-AU" dirty="0" smtClean="0"/>
              <a:t>deployment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3337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Job Description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 system automatically extracts:</a:t>
            </a:r>
            <a:endParaRPr lang="en-US" dirty="0"/>
          </a:p>
          <a:p>
            <a:r>
              <a:rPr lang="en-US" dirty="0"/>
              <a:t>Must‑have skills</a:t>
            </a:r>
          </a:p>
          <a:p>
            <a:r>
              <a:rPr lang="en-US" dirty="0"/>
              <a:t>Good‑to‑have skills</a:t>
            </a:r>
          </a:p>
          <a:p>
            <a:r>
              <a:rPr lang="en-US" dirty="0"/>
              <a:t>Experience requirements</a:t>
            </a:r>
          </a:p>
          <a:p>
            <a:r>
              <a:rPr lang="en-US" dirty="0"/>
              <a:t>Education level</a:t>
            </a:r>
          </a:p>
          <a:p>
            <a:r>
              <a:rPr lang="en-US" dirty="0"/>
              <a:t>Key responsibilities</a:t>
            </a:r>
          </a:p>
          <a:p>
            <a:r>
              <a:rPr lang="en-US" dirty="0"/>
              <a:t>Weighting model for scoring</a:t>
            </a:r>
          </a:p>
          <a:p>
            <a:pPr marL="0" indent="0">
              <a:buNone/>
            </a:pPr>
            <a:r>
              <a:rPr lang="en-US" dirty="0"/>
              <a:t>This ensures consistent evaluation aligned with the role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810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Candidate Evaluation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Each resume is evaluated using:</a:t>
            </a:r>
          </a:p>
          <a:p>
            <a:r>
              <a:rPr lang="en-US" dirty="0"/>
              <a:t>Structured criteria</a:t>
            </a:r>
          </a:p>
          <a:p>
            <a:r>
              <a:rPr lang="en-US" dirty="0"/>
              <a:t>LLM‑based semantic understanding</a:t>
            </a:r>
          </a:p>
          <a:p>
            <a:r>
              <a:rPr lang="en-US" dirty="0"/>
              <a:t>Category‑level scoring</a:t>
            </a:r>
          </a:p>
          <a:p>
            <a:r>
              <a:rPr lang="en-US" dirty="0"/>
              <a:t>Overall fit score (0–100)</a:t>
            </a:r>
          </a:p>
          <a:p>
            <a:r>
              <a:rPr lang="en-US" dirty="0"/>
              <a:t>Confidence score</a:t>
            </a:r>
          </a:p>
          <a:p>
            <a:r>
              <a:rPr lang="en-US" dirty="0"/>
              <a:t>Strengths &amp; weaknesses summary</a:t>
            </a:r>
          </a:p>
          <a:p>
            <a:r>
              <a:rPr lang="en-US" dirty="0"/>
              <a:t>Justification text</a:t>
            </a:r>
          </a:p>
          <a:p>
            <a:pPr marL="0" indent="0">
              <a:buNone/>
            </a:pPr>
            <a:r>
              <a:rPr lang="en-US" dirty="0"/>
              <a:t>Parallel processing ensures fast turnaround even with many resumes.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9606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Ranking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platform produces:</a:t>
            </a:r>
          </a:p>
          <a:p>
            <a:r>
              <a:rPr lang="en-US" dirty="0"/>
              <a:t>A ranked list of candidates</a:t>
            </a:r>
          </a:p>
          <a:p>
            <a:r>
              <a:rPr lang="en-US" dirty="0"/>
              <a:t>Score breakdowns</a:t>
            </a:r>
          </a:p>
          <a:p>
            <a:r>
              <a:rPr lang="en-US" dirty="0"/>
              <a:t>Fit justification</a:t>
            </a:r>
          </a:p>
          <a:p>
            <a:r>
              <a:rPr lang="en-US" dirty="0"/>
              <a:t>Strengths &amp; gaps</a:t>
            </a:r>
          </a:p>
          <a:p>
            <a:r>
              <a:rPr lang="en-US" dirty="0"/>
              <a:t>Visual progress indicators</a:t>
            </a:r>
          </a:p>
          <a:p>
            <a:pPr marL="0" indent="0">
              <a:buNone/>
            </a:pPr>
            <a:r>
              <a:rPr lang="en-US" dirty="0"/>
              <a:t>This helps hiring managers make informed decisions quickly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745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b="1" dirty="0"/>
              <a:t>Frontend:</a:t>
            </a:r>
            <a:r>
              <a:rPr lang="en-AU" dirty="0"/>
              <a:t> </a:t>
            </a:r>
            <a:r>
              <a:rPr lang="en-AU" dirty="0" err="1"/>
              <a:t>Streamlit</a:t>
            </a:r>
            <a:r>
              <a:rPr lang="en-AU" dirty="0"/>
              <a:t> </a:t>
            </a:r>
            <a:endParaRPr lang="en-AU" dirty="0" smtClean="0"/>
          </a:p>
          <a:p>
            <a:r>
              <a:rPr lang="en-AU" b="1" dirty="0" smtClean="0"/>
              <a:t>Backend</a:t>
            </a:r>
            <a:r>
              <a:rPr lang="en-AU" b="1" dirty="0"/>
              <a:t>:</a:t>
            </a:r>
            <a:r>
              <a:rPr lang="en-AU" dirty="0"/>
              <a:t> </a:t>
            </a:r>
            <a:r>
              <a:rPr lang="en-AU" dirty="0" err="1"/>
              <a:t>FastAPI</a:t>
            </a:r>
            <a:r>
              <a:rPr lang="en-AU" dirty="0"/>
              <a:t> </a:t>
            </a:r>
            <a:endParaRPr lang="en-AU" dirty="0" smtClean="0"/>
          </a:p>
          <a:p>
            <a:r>
              <a:rPr lang="en-AU" b="1" dirty="0" smtClean="0"/>
              <a:t>LLM </a:t>
            </a:r>
            <a:r>
              <a:rPr lang="en-AU" b="1" dirty="0"/>
              <a:t>Runtime:</a:t>
            </a:r>
            <a:r>
              <a:rPr lang="en-AU" dirty="0"/>
              <a:t> </a:t>
            </a:r>
            <a:r>
              <a:rPr lang="en-AU" dirty="0" err="1"/>
              <a:t>Ollama</a:t>
            </a:r>
            <a:r>
              <a:rPr lang="en-AU" dirty="0"/>
              <a:t> (Llama 3.1) </a:t>
            </a:r>
            <a:endParaRPr lang="en-AU" dirty="0" smtClean="0"/>
          </a:p>
          <a:p>
            <a:r>
              <a:rPr lang="en-AU" b="1" dirty="0" smtClean="0"/>
              <a:t>Orchestration</a:t>
            </a:r>
            <a:r>
              <a:rPr lang="en-AU" b="1" dirty="0"/>
              <a:t>:</a:t>
            </a:r>
            <a:r>
              <a:rPr lang="en-AU" dirty="0"/>
              <a:t> Docker, </a:t>
            </a:r>
            <a:r>
              <a:rPr lang="en-AU" dirty="0" err="1"/>
              <a:t>docker</a:t>
            </a:r>
            <a:r>
              <a:rPr lang="en-AU" dirty="0"/>
              <a:t>‑compose </a:t>
            </a:r>
            <a:endParaRPr lang="en-AU" dirty="0" smtClean="0"/>
          </a:p>
          <a:p>
            <a:r>
              <a:rPr lang="en-AU" b="1" dirty="0" smtClean="0"/>
              <a:t>CI/CD</a:t>
            </a:r>
            <a:r>
              <a:rPr lang="en-AU" b="1" dirty="0"/>
              <a:t>:</a:t>
            </a:r>
            <a:r>
              <a:rPr lang="en-AU" dirty="0"/>
              <a:t> </a:t>
            </a:r>
            <a:r>
              <a:rPr lang="en-AU" dirty="0" err="1"/>
              <a:t>GitHub</a:t>
            </a:r>
            <a:r>
              <a:rPr lang="en-AU" dirty="0"/>
              <a:t> Actions </a:t>
            </a:r>
            <a:endParaRPr lang="en-AU" dirty="0" smtClean="0"/>
          </a:p>
          <a:p>
            <a:r>
              <a:rPr lang="en-AU" b="1" dirty="0" smtClean="0"/>
              <a:t>Document </a:t>
            </a:r>
          </a:p>
          <a:p>
            <a:r>
              <a:rPr lang="en-AU" b="1" dirty="0" smtClean="0"/>
              <a:t>Processing</a:t>
            </a:r>
            <a:r>
              <a:rPr lang="en-AU" b="1" dirty="0"/>
              <a:t>:</a:t>
            </a:r>
            <a:r>
              <a:rPr lang="en-AU" dirty="0"/>
              <a:t> </a:t>
            </a:r>
            <a:r>
              <a:rPr lang="en-AU" dirty="0" err="1"/>
              <a:t>PyMuPDF</a:t>
            </a:r>
            <a:r>
              <a:rPr lang="en-AU" dirty="0"/>
              <a:t>, docx2txt </a:t>
            </a:r>
            <a:endParaRPr lang="en-AU" dirty="0" smtClean="0"/>
          </a:p>
          <a:p>
            <a:r>
              <a:rPr lang="en-AU" b="1" dirty="0" smtClean="0"/>
              <a:t>Parallelism</a:t>
            </a:r>
            <a:r>
              <a:rPr lang="en-AU" b="1" dirty="0"/>
              <a:t>:</a:t>
            </a:r>
            <a:r>
              <a:rPr lang="en-AU" dirty="0"/>
              <a:t> </a:t>
            </a:r>
            <a:r>
              <a:rPr lang="en-AU" dirty="0" err="1"/>
              <a:t>ThreadPoolExecutor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342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workstation</a:t>
            </a:r>
          </a:p>
          <a:p>
            <a:r>
              <a:rPr lang="en-US" dirty="0"/>
              <a:t>On‑</a:t>
            </a:r>
            <a:r>
              <a:rPr lang="en-US" dirty="0" err="1"/>
              <a:t>prem</a:t>
            </a:r>
            <a:r>
              <a:rPr lang="en-US" dirty="0"/>
              <a:t> servers</a:t>
            </a:r>
          </a:p>
          <a:p>
            <a:r>
              <a:rPr lang="en-US" dirty="0"/>
              <a:t>Cloud VM (Azure, AWS, GCP)</a:t>
            </a:r>
          </a:p>
          <a:p>
            <a:r>
              <a:rPr lang="en-US" dirty="0" err="1"/>
              <a:t>Kubernetes</a:t>
            </a:r>
            <a:r>
              <a:rPr lang="en-US" dirty="0"/>
              <a:t> cluster</a:t>
            </a:r>
          </a:p>
          <a:p>
            <a:r>
              <a:rPr lang="en-US" dirty="0" err="1"/>
              <a:t>Docker</a:t>
            </a:r>
            <a:r>
              <a:rPr lang="en-US" dirty="0"/>
              <a:t> Compose for small teams</a:t>
            </a:r>
          </a:p>
          <a:p>
            <a:r>
              <a:rPr lang="en-US" dirty="0" err="1"/>
              <a:t>GitHub</a:t>
            </a:r>
            <a:r>
              <a:rPr lang="en-US" dirty="0"/>
              <a:t> Actions for automated builds &amp; deployment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042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CI/CD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/>
              <a:t>GitHub</a:t>
            </a:r>
            <a:r>
              <a:rPr lang="en-AU" b="1" dirty="0"/>
              <a:t> Actions pipeline includes:</a:t>
            </a:r>
            <a:endParaRPr lang="en-AU" dirty="0"/>
          </a:p>
          <a:p>
            <a:r>
              <a:rPr lang="en-AU" dirty="0"/>
              <a:t>Build backend &amp; frontend Docker images</a:t>
            </a:r>
          </a:p>
          <a:p>
            <a:r>
              <a:rPr lang="en-AU" dirty="0"/>
              <a:t>Push to </a:t>
            </a:r>
            <a:r>
              <a:rPr lang="en-AU" dirty="0" err="1"/>
              <a:t>GitHub</a:t>
            </a:r>
            <a:r>
              <a:rPr lang="en-AU" dirty="0"/>
              <a:t> Container Registry</a:t>
            </a:r>
          </a:p>
          <a:p>
            <a:r>
              <a:rPr lang="en-AU" dirty="0"/>
              <a:t>Optional SSH deployment to servers</a:t>
            </a:r>
          </a:p>
          <a:p>
            <a:r>
              <a:rPr lang="en-AU" dirty="0"/>
              <a:t>Optional </a:t>
            </a:r>
            <a:r>
              <a:rPr lang="en-AU" dirty="0" err="1"/>
              <a:t>Kubernetes</a:t>
            </a:r>
            <a:r>
              <a:rPr lang="en-AU" dirty="0"/>
              <a:t> rollout</a:t>
            </a:r>
          </a:p>
          <a:p>
            <a:r>
              <a:rPr lang="en-AU" dirty="0"/>
              <a:t>Automated versioning &amp; tagging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8860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Customer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hiring cycles</a:t>
            </a:r>
          </a:p>
          <a:p>
            <a:r>
              <a:rPr lang="en-US" dirty="0"/>
              <a:t>Objective, consistent scoring</a:t>
            </a:r>
          </a:p>
          <a:p>
            <a:r>
              <a:rPr lang="en-US" dirty="0"/>
              <a:t>Reduced recruiter workload</a:t>
            </a:r>
          </a:p>
          <a:p>
            <a:r>
              <a:rPr lang="en-US" dirty="0"/>
              <a:t>Better candidate insights</a:t>
            </a:r>
          </a:p>
          <a:p>
            <a:r>
              <a:rPr lang="en-US" dirty="0"/>
              <a:t>Improved quality of hire</a:t>
            </a:r>
          </a:p>
          <a:p>
            <a:r>
              <a:rPr lang="en-US" dirty="0"/>
              <a:t>Scalable and secure </a:t>
            </a:r>
            <a:r>
              <a:rPr lang="en-US" dirty="0" smtClean="0"/>
              <a:t>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123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 JD</a:t>
            </a:r>
          </a:p>
          <a:p>
            <a:r>
              <a:rPr lang="en-US" dirty="0"/>
              <a:t>Upload resumes</a:t>
            </a:r>
          </a:p>
          <a:p>
            <a:r>
              <a:rPr lang="en-US" dirty="0"/>
              <a:t>System extracts criteria</a:t>
            </a:r>
          </a:p>
          <a:p>
            <a:r>
              <a:rPr lang="en-US" dirty="0"/>
              <a:t>AI evaluates candidates</a:t>
            </a:r>
          </a:p>
          <a:p>
            <a:r>
              <a:rPr lang="en-US" dirty="0"/>
              <a:t>Ranking generated</a:t>
            </a:r>
          </a:p>
          <a:p>
            <a:r>
              <a:rPr lang="en-US" dirty="0"/>
              <a:t>Insights displayed in dashboard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0128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Multi‑language resume support</a:t>
            </a:r>
          </a:p>
          <a:p>
            <a:r>
              <a:rPr lang="en-US" dirty="0"/>
              <a:t>OCR for scanned PDFs</a:t>
            </a:r>
          </a:p>
          <a:p>
            <a:r>
              <a:rPr lang="en-US" dirty="0"/>
              <a:t>Integration with ATS systems</a:t>
            </a:r>
          </a:p>
          <a:p>
            <a:r>
              <a:rPr lang="en-US" dirty="0"/>
              <a:t>Custom scoring models</a:t>
            </a:r>
          </a:p>
          <a:p>
            <a:r>
              <a:rPr lang="en-US" dirty="0"/>
              <a:t>Interview question generation</a:t>
            </a:r>
          </a:p>
          <a:p>
            <a:r>
              <a:rPr lang="en-US" dirty="0"/>
              <a:t>Team collaboration features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1677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b="1" dirty="0"/>
              <a:t>Questions &amp; Discussion</a:t>
            </a:r>
            <a:r>
              <a:rPr lang="en-AU" dirty="0"/>
              <a:t> </a:t>
            </a:r>
            <a:endParaRPr lang="en-AU" dirty="0" smtClean="0"/>
          </a:p>
          <a:p>
            <a:pPr marL="0" indent="0" algn="ctr">
              <a:buNone/>
            </a:pPr>
            <a:r>
              <a:rPr lang="en-AU" dirty="0" smtClean="0"/>
              <a:t>CK </a:t>
            </a:r>
            <a:r>
              <a:rPr lang="en-AU" dirty="0"/>
              <a:t>— Brisbane, Australia</a:t>
            </a:r>
          </a:p>
        </p:txBody>
      </p:sp>
    </p:spTree>
    <p:extLst>
      <p:ext uri="{BB962C8B-B14F-4D97-AF65-F5344CB8AC3E}">
        <p14:creationId xmlns:p14="http://schemas.microsoft.com/office/powerpoint/2010/main" val="488982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808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458</Words>
  <Application>Microsoft Office PowerPoint</Application>
  <PresentationFormat>On-screen Show (4:3)</PresentationFormat>
  <Paragraphs>110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AI‑Powered Resume Screening &amp; Candidate Ranking Platform </vt:lpstr>
      <vt:lpstr>Problem Statement</vt:lpstr>
      <vt:lpstr>Our Solution</vt:lpstr>
      <vt:lpstr>Screenshot 1</vt:lpstr>
      <vt:lpstr>Screenshot 2</vt:lpstr>
      <vt:lpstr>High‑Level Architecture</vt:lpstr>
      <vt:lpstr>Key Features</vt:lpstr>
      <vt:lpstr>Job Description Analysis</vt:lpstr>
      <vt:lpstr>Candidate Evaluation Engine</vt:lpstr>
      <vt:lpstr>Ranking &amp; Insights</vt:lpstr>
      <vt:lpstr>Technology Stack</vt:lpstr>
      <vt:lpstr>Deployment Options</vt:lpstr>
      <vt:lpstr>CI/CD Pipeline Overview</vt:lpstr>
      <vt:lpstr>Customer Benefits</vt:lpstr>
      <vt:lpstr>Demo Workflow</vt:lpstr>
      <vt:lpstr>Roadmap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AI‑Powered Resume Screening &amp; Candidate Ranking Platform </dc:title>
  <dc:creator>CK</dc:creator>
  <cp:lastModifiedBy>CK</cp:lastModifiedBy>
  <cp:revision>3</cp:revision>
  <dcterms:created xsi:type="dcterms:W3CDTF">2006-08-16T00:00:00Z</dcterms:created>
  <dcterms:modified xsi:type="dcterms:W3CDTF">2026-06-25T00:10:54Z</dcterms:modified>
</cp:coreProperties>
</file>